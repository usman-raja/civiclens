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36576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D4FF"/>
                </a:solidFill>
              </a:defRPr>
            </a:pPr>
            <a:r>
              <a:t>CivicLens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City-Scale Video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AI-Powered Surveillance | Civic Scoring | Smart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Developed by Usman Farid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</a:defRPr>
            </a:pPr>
            <a:r>
              <a:t>Made in Pakistan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</a:defRPr>
            </a:pPr>
            <a:r>
              <a:t>  Manual surveillance cannot scale across hundreds of cameras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</a:defRPr>
            </a:pPr>
            <a:r>
              <a:t>  No automated civic behavior tracking or scoring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</a:defRPr>
            </a:pPr>
            <a:r>
              <a:t>  Delayed response to security threats and incidents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</a:defRPr>
            </a:pPr>
            <a:r>
              <a:t>  No centralized platform for city-wide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7315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914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B981"/>
                </a:solidFill>
              </a:defRPr>
            </a:pPr>
            <a:r>
              <a:t>Our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</a:defRPr>
            </a:pPr>
            <a:r>
              <a:t>  AI-powered real-time video analysis across all feeds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</a:defRPr>
            </a:pPr>
            <a:r>
              <a:t>  Automated civic scoring for every registered citizen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</a:defRPr>
            </a:pPr>
            <a:r>
              <a:t>  Instant alerts for security, missing persons, crowd surges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</a:defRPr>
            </a:pPr>
            <a:r>
              <a:t>  Single command center for operators and administrators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CivicLens ingests camera feeds, runs face recognition + object detection + scene analysis,</a:t>
            </a:r>
            <a:br/>
            <a:r>
              <a:t>and turns results into actionable civic events, alerts, and citizen scores.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Face Recognition -- InsightFace embeddings match citizens, watchlist, missing persons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Object &amp; Scene Detection -- YOLOv8 detects persons, vehicles, unattended bags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Civic Event Generation -- Jaywalking, littering, loitering, queue discipline, proper disposal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Civic Scoring -- Auto score 1-10 per citizen based on positive and negative behavior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Smart Alerts -- Watchlist match, missing person, crowd surge, illegal parking, accidents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24/7 Monitoring -- Daemon threads per camera, no browser required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AI Zone Suggestion -- YOLO World + SegFormer auto-suggest road, crosswalk, parking zones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Bulk Import -- CSV/Excel camera onboarding + ZIP face photo batch import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Analytics Dashboard -- Charts, incident logs, CSV export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Role-Based Access -- JWT auth with admin and operator roles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Accident &amp; Road Safety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5 geometric signal patterns for comprehensive road safety monitoring: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Fallen Person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743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Detects a person lying on the road surface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Person Under Vehicle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383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Identifies a person trapped beneath a vehicle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Stopped Vehicle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023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Flags vehicles stationary in travel lanes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Vehicle Collision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663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Detects two vehicles in contact or overlapping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Crashed Vehicle Pair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303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Identifies post-accident vehicle configurations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All detections generate instant alerts with evidence images for operator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</a:defRPr>
            </a:pPr>
            <a: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FastAPI + SQLAlchemy + SQLite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697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Next.js 16 (App Router) + React 19 + Tailwind CSS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AI /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383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InsightFace (buffalo_l) + YOLOv8n + YOLOv8s-worldv2 + SegFormer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</a:defRPr>
            </a:pPr>
            <a:r>
              <a:t>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069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JWT (12h expiry) + bcrypt password hashing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</a:defRPr>
            </a:pPr>
            <a: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SQLite (single-file, zero-config deployment)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</a:defRPr>
            </a:pPr>
            <a:r>
              <a:t>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440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Python 3.11 + Node.js 20+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Backend Engine (8 Modules)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face_engine -- InsightFace embeddings + cosine similarity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object_engine -- YOLOv8 detection pipeline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event_engine -- Civic event generation + scoring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stream_monitor -- 24/7 RTSP/file feed processing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scene_detector -- Scene understanding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segmentation_detector -- SegFormer zone polygons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scoring_engine -- Citizen civic score computation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security -- Auth + role-based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Frontend Pages (11 Views)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774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Dashboard -- Real-time overview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Live Monitoring -- Multi-feed viewing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Camera Wall -- Control-room grid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Alerts -- Security notifications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Profiles -- Citizen registry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Watchlist -- Red-list monitoring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Missing Persons -- Search &amp; match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Analytics -- Charts + CSV export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Cameras + Zone Editor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Reports + Settings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D4FF"/>
                </a:solidFill>
              </a:defRPr>
            </a:pPr>
            <a:r>
              <a:t>57 API endpoints  |  17 database tables  |  Lazy singleton AI models  |  Frame-by-frame detection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User Interface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</a:defRPr>
            </a:pPr>
            <a:r>
              <a:t>Intelligence-Agency HUD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Scanlines, corner brackets, radar sweep, glow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Responsive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Mobile to 4K LED wall -- fluid grids, auto-fill camera wall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</a:defRPr>
            </a:pPr>
            <a:r>
              <a:t>Large Rotating Radar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291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Real-time surveillance indicator in sidebar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Camera Wall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931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Auto-fill grid: 1 column on phone, 10+ on LED wall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</a:defRPr>
            </a:pPr>
            <a:r>
              <a:t>Collapsible Sidebar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572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Mobile drawer with hamburger toggle, auto-close on nav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12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Signature Branding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212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Usman Farid signature + phone in sidebar, Made in Pakistan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</a:defRPr>
            </a:pPr>
            <a:r>
              <a:t>Single-Click Installer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CivicLens-Setup.exe -- Professional Inno Setup installer with admin permissions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No Python or Node.js required on target machine -- all runtimes bundled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Installs to Program Files, creates Start Menu + Desktop shortcuts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One-click launch: CivicLens.exe starts backend + frontend + opens 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</a:defRPr>
            </a:pPr>
            <a:r>
              <a:t>System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</a:defRPr>
            </a:pPr>
            <a:r>
              <a:t>  Windows 10/11 (64-bit)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</a:defRPr>
            </a:pPr>
            <a:r>
              <a:t>  Ports 3000 (frontend) and 8000 (backend) available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</a:defRPr>
            </a:pPr>
            <a:r>
              <a:t>  Secure first-run administrator bootstrap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Scalable Deployment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Single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SQLite (zero setup)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No config needed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Up to 50 cameras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Install and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</a:defRPr>
            </a:pPr>
            <a:r>
              <a:t>City District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3774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PostgreSQL + Redis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MESSAGE_QUEUE in .env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50-200 cameras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Horizontal scaling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Full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774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PostgreSQL cluster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Redis + Edge workers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200-500+ cameras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  Docker + Kubernetes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Message Queue (Redis)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Detection events published to Redis, consumed by worker nodes. Add workers to scale horizontally. Enable with one line in .env.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Edge AI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EDGE_MODE=1 in .env: 320px resolution, frame skipping, lower RAM (~500MB). Runs on Raspberry Pi or low-end servers.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Configuration-Driven (Zero Code Changes)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Install once. Configure everything via .env file. No rebuild, no code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t>DATABASE_URL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743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Switch SQLite / PostgreSQL /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</a:defRPr>
            </a:pPr>
            <a:r>
              <a:t>MESSAGE_QUEUE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46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Enable Redis for distributed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t>EDGE_MODE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74903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Lightweight mode for edge devices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</a:defRPr>
            </a:pPr>
            <a:r>
              <a:t>WORKER_ONLY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25195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Backend-only mode for edge 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t>STORAGE_RETENTION_DAYS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75487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Auto-cleanup old images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7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</a:defRPr>
            </a:pPr>
            <a:r>
              <a:t>SECRET_KEY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25779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JWT security key for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Full SETUP_GUIDE.md included with step-by-step instructions for every deployment scenario.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Multi-city deployment with centralized cloud backend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Integration with NADRA and traffic management systems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License plate recognition (ANPR) for vehicle tracking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Behavioral prediction using temporal pattern analysis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Mobile companion app for field officers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Multi-language support (Urdu, English, regional)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API marketplace for third-party integrations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Kubernetes auto-scaling for 1000+ cameras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011680"/>
            <a:ext cx="36576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4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CivicLens -- City-Scale Video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Usman Farid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0317 750 5992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0B981"/>
                </a:solidFill>
              </a:defRPr>
            </a:pPr>
            <a:r>
              <a:t>Made in Pakistan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